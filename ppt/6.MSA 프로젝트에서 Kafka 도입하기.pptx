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C662760-E944-47B7-A396-B9FA4514F858}">
          <p14:sldIdLst>
            <p14:sldId id="256"/>
            <p14:sldId id="257"/>
          </p14:sldIdLst>
        </p14:section>
        <p14:section name="회원가입 서비스 만들기" id="{D7BC2E66-38A0-4ECB-94D7-C4EAF95ED19E}">
          <p14:sldIdLst>
            <p14:sldId id="258"/>
            <p14:sldId id="259"/>
            <p14:sldId id="260"/>
          </p14:sldIdLst>
        </p14:section>
        <p14:section name="회원가입 서비스 작성" id="{8B9E2908-55D7-42F3-BF46-14592E2D654F}">
          <p14:sldIdLst>
            <p14:sldId id="261"/>
            <p14:sldId id="262"/>
            <p14:sldId id="263"/>
            <p14:sldId id="264"/>
            <p14:sldId id="265"/>
          </p14:sldIdLst>
        </p14:section>
        <p14:section name="Email 서비스 작성" id="{94C5DE15-E9F0-4F59-BCA3-F0459F27C608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Kafka 서버 세팅" id="{3F6B291A-613B-4AF2-A0FB-B0CBA5BBC8DF}">
          <p14:sldIdLst>
            <p14:sldId id="272"/>
          </p14:sldIdLst>
        </p14:section>
        <p14:section name="마지막 테스트" id="{6768412E-7908-4B9C-BBE6-FDD422C25B71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39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668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74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78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868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79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49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46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052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390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7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7BAF1FF-D996-4646-93C3-0714F2310045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CE289FD-51A8-4FC9-A561-BACCA5BF258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28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143E5-2084-28FD-D157-03DA43B08B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/>
              <a:t>MSA </a:t>
            </a:r>
            <a:r>
              <a:rPr lang="ko-KR" altLang="en-US" sz="4800"/>
              <a:t>프로젝트에서 </a:t>
            </a:r>
            <a:r>
              <a:rPr lang="en-US" altLang="ko-KR" sz="4800"/>
              <a:t>Kafka </a:t>
            </a:r>
            <a:r>
              <a:rPr lang="ko-KR" altLang="en-US" sz="4800"/>
              <a:t>도입하기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AE321-C757-8FA6-C263-9B7CCE2401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50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44CC46-4288-6E75-51FA-EF49AD72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프로젝트 개요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08A7A0-8ABB-3124-65A2-5EBA722E0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647" y="1845539"/>
            <a:ext cx="6712706" cy="47258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3511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BFF99-9119-9472-D750-10FE8477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user-service </a:t>
            </a:r>
            <a:r>
              <a:rPr lang="ko-KR" altLang="en-US"/>
              <a:t>추가하기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5DABD7-6D68-6A57-93BB-9E9704634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1872571"/>
            <a:ext cx="9573768" cy="45363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6596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E04BC-64ED-4B17-3639-C630E4327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D7F62-F8E0-25F7-4E42-371CFD338BEF}"/>
              </a:ext>
            </a:extLst>
          </p:cNvPr>
          <p:cNvSpPr txBox="1"/>
          <p:nvPr/>
        </p:nvSpPr>
        <p:spPr>
          <a:xfrm>
            <a:off x="1209294" y="1872150"/>
            <a:ext cx="7587234" cy="43909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8080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bootstrap-servers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-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3.34.90.182:9092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-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3.34.90.182:19092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-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3.34.90.182:29092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producer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key-serializer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org.apache.kafka.common.serialization.StringSerializer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value-serializer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org.apache.kafka.common.serialization.StringSerializer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properties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partitioner.class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org.apache.kafka.clients.producer.RoundRobinPartitioner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enabled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datasource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jdbc:h2:mem:userDB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driverClassName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org.h2.Driver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sa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58066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9A5DD-7AE0-D6EA-7578-074FEAE2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h2-console</a:t>
            </a:r>
            <a:r>
              <a:rPr lang="ko-KR" altLang="en-US"/>
              <a:t> 접속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D8C03B9-26F4-DCBF-0703-1E63D72ACAF6}"/>
              </a:ext>
            </a:extLst>
          </p:cNvPr>
          <p:cNvGrpSpPr/>
          <p:nvPr/>
        </p:nvGrpSpPr>
        <p:grpSpPr>
          <a:xfrm>
            <a:off x="1097280" y="2075687"/>
            <a:ext cx="4638642" cy="4182775"/>
            <a:chOff x="1097280" y="2075687"/>
            <a:chExt cx="4638642" cy="418277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2C7DEEB-FC72-5C3D-D569-2270ACB1F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2075687"/>
              <a:ext cx="4638642" cy="418277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5D13EF8-9AE2-DCDA-662D-A8F128BEC0E1}"/>
                </a:ext>
              </a:extLst>
            </p:cNvPr>
            <p:cNvSpPr/>
            <p:nvPr/>
          </p:nvSpPr>
          <p:spPr>
            <a:xfrm>
              <a:off x="2002536" y="2075687"/>
              <a:ext cx="1764792" cy="3474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BA06632-AC92-7B2C-6173-5639B653D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85" y="2075687"/>
            <a:ext cx="5332711" cy="357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2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9314C-E9EF-DE4F-BC05-2B74E2F76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 Entity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FBB87-BC3C-75B3-7BD2-FF7446DA363E}"/>
              </a:ext>
            </a:extLst>
          </p:cNvPr>
          <p:cNvSpPr txBox="1"/>
          <p:nvPr/>
        </p:nvSpPr>
        <p:spPr>
          <a:xfrm>
            <a:off x="3048762" y="1737360"/>
            <a:ext cx="6094476" cy="510909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Entity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GeneratedValue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GenerationType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IDENTITY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9668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4CF6D-163E-E8F8-AD0E-11A4F9A0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SignedUpRequestDto</a:t>
            </a:r>
            <a:r>
              <a:rPr lang="ko-KR" altLang="en-US"/>
              <a:t> 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4F672C-4EBC-2363-B075-EBE3B1DCC0B8}"/>
              </a:ext>
            </a:extLst>
          </p:cNvPr>
          <p:cNvSpPr txBox="1"/>
          <p:nvPr/>
        </p:nvSpPr>
        <p:spPr>
          <a:xfrm>
            <a:off x="2964942" y="1737360"/>
            <a:ext cx="6094476" cy="4927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getPassword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9EA21-F27A-6169-DAFE-2F3647F72512}"/>
              </a:ext>
            </a:extLst>
          </p:cNvPr>
          <p:cNvSpPr txBox="1"/>
          <p:nvPr/>
        </p:nvSpPr>
        <p:spPr>
          <a:xfrm>
            <a:off x="9171432" y="1810512"/>
            <a:ext cx="2907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front-end </a:t>
            </a:r>
            <a:r>
              <a:rPr lang="ko-KR" altLang="en-US"/>
              <a:t>로 부터 요청을 받아올 </a:t>
            </a:r>
            <a:r>
              <a:rPr lang="en-US" altLang="ko-KR"/>
              <a:t>DTO </a:t>
            </a:r>
            <a:r>
              <a:rPr lang="ko-KR" altLang="en-US"/>
              <a:t>작성</a:t>
            </a:r>
          </a:p>
        </p:txBody>
      </p:sp>
    </p:spTree>
    <p:extLst>
      <p:ext uri="{BB962C8B-B14F-4D97-AF65-F5344CB8AC3E}">
        <p14:creationId xmlns:p14="http://schemas.microsoft.com/office/powerpoint/2010/main" val="971946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CA894-FE18-E81D-66DD-7D312B03F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UserSignedUpEvent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0B499-A96F-B25C-02D3-D6117C75AA51}"/>
              </a:ext>
            </a:extLst>
          </p:cNvPr>
          <p:cNvSpPr txBox="1"/>
          <p:nvPr/>
        </p:nvSpPr>
        <p:spPr>
          <a:xfrm>
            <a:off x="3079242" y="1875127"/>
            <a:ext cx="6094476" cy="43892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A144F-3B57-7099-DDB7-39A5E4698065}"/>
              </a:ext>
            </a:extLst>
          </p:cNvPr>
          <p:cNvSpPr txBox="1"/>
          <p:nvPr/>
        </p:nvSpPr>
        <p:spPr>
          <a:xfrm>
            <a:off x="9173718" y="1875127"/>
            <a:ext cx="294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kafka</a:t>
            </a:r>
            <a:r>
              <a:rPr lang="ko-KR" altLang="en-US" sz="1600"/>
              <a:t> 메세지에 담을 객체</a:t>
            </a:r>
            <a:r>
              <a:rPr lang="en-US" altLang="ko-KR" sz="1600"/>
              <a:t>(DTO)</a:t>
            </a:r>
            <a:r>
              <a:rPr lang="ko-KR" altLang="en-US" sz="1600"/>
              <a:t> 작성</a:t>
            </a:r>
          </a:p>
        </p:txBody>
      </p:sp>
    </p:spTree>
    <p:extLst>
      <p:ext uri="{BB962C8B-B14F-4D97-AF65-F5344CB8AC3E}">
        <p14:creationId xmlns:p14="http://schemas.microsoft.com/office/powerpoint/2010/main" val="28423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61273-5D69-5927-000F-001A2AC16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UserController </a:t>
            </a:r>
            <a:r>
              <a:rPr lang="ko-KR" altLang="en-US"/>
              <a:t>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F1B0FE-376F-1411-9E3D-82A05056B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300" y="1873181"/>
            <a:ext cx="4610743" cy="2800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32DBB-1C2D-CE0A-856E-690BF2C53BF4}"/>
              </a:ext>
            </a:extLst>
          </p:cNvPr>
          <p:cNvSpPr txBox="1"/>
          <p:nvPr/>
        </p:nvSpPr>
        <p:spPr>
          <a:xfrm>
            <a:off x="5916168" y="1873181"/>
            <a:ext cx="58155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SignUpRequestDto </a:t>
            </a:r>
            <a:r>
              <a:rPr lang="ko-KR" altLang="en-US" sz="1400"/>
              <a:t>를 받아 회원가입 서비스에 전달한다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회원가입이 성공하면 </a:t>
            </a:r>
            <a:r>
              <a:rPr lang="en-US" altLang="ko-KR" sz="1400"/>
              <a:t>"</a:t>
            </a:r>
            <a:r>
              <a:rPr lang="ko-KR" altLang="en-US" sz="1400"/>
              <a:t>회원가입 성공</a:t>
            </a:r>
            <a:r>
              <a:rPr lang="en-US" altLang="ko-KR" sz="1400"/>
              <a:t>" </a:t>
            </a:r>
            <a:r>
              <a:rPr lang="ko-KR" altLang="en-US" sz="1400"/>
              <a:t>메세지를 반환한다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 b="1">
                <a:solidFill>
                  <a:srgbClr val="FF0000"/>
                </a:solidFill>
              </a:rPr>
              <a:t>@RestContoller</a:t>
            </a:r>
            <a:r>
              <a:rPr lang="ko-KR" altLang="en-US" sz="1400" b="1">
                <a:solidFill>
                  <a:srgbClr val="FF0000"/>
                </a:solidFill>
              </a:rPr>
              <a:t> 빼먹음 </a:t>
            </a:r>
            <a:r>
              <a:rPr lang="en-US" altLang="ko-KR" sz="1400" b="1">
                <a:solidFill>
                  <a:srgbClr val="FF0000"/>
                </a:solidFill>
              </a:rPr>
              <a:t>(</a:t>
            </a:r>
            <a:r>
              <a:rPr lang="ko-KR" altLang="en-US" sz="1400" b="1">
                <a:solidFill>
                  <a:srgbClr val="FF0000"/>
                </a:solidFill>
              </a:rPr>
              <a:t>추가</a:t>
            </a:r>
            <a:r>
              <a:rPr lang="en-US" altLang="ko-KR" sz="1400" b="1">
                <a:solidFill>
                  <a:srgbClr val="FF0000"/>
                </a:solidFill>
              </a:rPr>
              <a:t>)</a:t>
            </a:r>
            <a:endParaRPr lang="ko-KR" altLang="en-US" sz="1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853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074EF-27F3-C35C-F20A-44CD24A6A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UserService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681483-2566-397B-CD88-0658DC2B8B5D}"/>
              </a:ext>
            </a:extLst>
          </p:cNvPr>
          <p:cNvSpPr txBox="1"/>
          <p:nvPr/>
        </p:nvSpPr>
        <p:spPr>
          <a:xfrm>
            <a:off x="6094476" y="1737360"/>
            <a:ext cx="6094476" cy="16929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toJsonString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writeValueAsString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JacksonException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BE5B3-2513-7740-8286-17CA546062BC}"/>
              </a:ext>
            </a:extLst>
          </p:cNvPr>
          <p:cNvSpPr txBox="1"/>
          <p:nvPr/>
        </p:nvSpPr>
        <p:spPr>
          <a:xfrm>
            <a:off x="0" y="1737360"/>
            <a:ext cx="6094476" cy="47483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Service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signUp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getPassword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savedUser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savedUser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savedUser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savedUser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"user.signed-up"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toJsonString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1A16C-3DD1-FE86-53B2-11C9F8D27F43}"/>
              </a:ext>
            </a:extLst>
          </p:cNvPr>
          <p:cNvSpPr txBox="1"/>
          <p:nvPr/>
        </p:nvSpPr>
        <p:spPr>
          <a:xfrm>
            <a:off x="6217920" y="3557016"/>
            <a:ext cx="5888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1.signUpRequestDto </a:t>
            </a:r>
            <a:r>
              <a:rPr lang="ko-KR" altLang="en-US" sz="1200"/>
              <a:t>를 전달받아 </a:t>
            </a:r>
            <a:r>
              <a:rPr lang="en-US" altLang="ko-KR" sz="1200"/>
              <a:t>User</a:t>
            </a:r>
            <a:r>
              <a:rPr lang="ko-KR" altLang="en-US" sz="1200"/>
              <a:t>엔티티를 셋팅하여</a:t>
            </a:r>
            <a:r>
              <a:rPr lang="en-US" altLang="ko-KR" sz="1200"/>
              <a:t>, DB</a:t>
            </a:r>
            <a:r>
              <a:rPr lang="ko-KR" altLang="en-US" sz="1200"/>
              <a:t>에 저장한다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2. </a:t>
            </a:r>
            <a:r>
              <a:rPr lang="ko-KR" altLang="en-US" sz="1200"/>
              <a:t>저장되어 반환된 객체 </a:t>
            </a:r>
            <a:r>
              <a:rPr lang="en-US" altLang="ko-KR" sz="1200"/>
              <a:t>User (userId </a:t>
            </a:r>
            <a:r>
              <a:rPr lang="ko-KR" altLang="en-US" sz="1200"/>
              <a:t>존재</a:t>
            </a:r>
            <a:r>
              <a:rPr lang="en-US" altLang="ko-KR" sz="1200"/>
              <a:t>) </a:t>
            </a:r>
            <a:r>
              <a:rPr lang="ko-KR" altLang="en-US" sz="1200"/>
              <a:t>를  이용하여 </a:t>
            </a:r>
            <a:r>
              <a:rPr lang="en-US" altLang="ko-KR" sz="1200"/>
              <a:t>kafka </a:t>
            </a:r>
            <a:r>
              <a:rPr lang="ko-KR" altLang="en-US" sz="1200"/>
              <a:t>메세지 내 </a:t>
            </a:r>
            <a:r>
              <a:rPr lang="en-US" altLang="ko-KR" sz="1200"/>
              <a:t>value</a:t>
            </a:r>
            <a:r>
              <a:rPr lang="ko-KR" altLang="en-US" sz="1200"/>
              <a:t>로 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등록하기 위하여 </a:t>
            </a:r>
            <a:r>
              <a:rPr lang="en-US" altLang="ko-KR" sz="1200"/>
              <a:t>UserSignedUpEvent </a:t>
            </a:r>
            <a:r>
              <a:rPr lang="ko-KR" altLang="en-US" sz="1200"/>
              <a:t>를 셋팅한다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3. Topic </a:t>
            </a:r>
            <a:r>
              <a:rPr lang="ko-KR" altLang="en-US" sz="1200"/>
              <a:t>과 메세지 </a:t>
            </a:r>
            <a:r>
              <a:rPr lang="en-US" altLang="ko-KR" sz="1200"/>
              <a:t>Value</a:t>
            </a:r>
            <a:r>
              <a:rPr lang="ko-KR" altLang="en-US" sz="1200"/>
              <a:t>를 전달한다</a:t>
            </a:r>
            <a:r>
              <a:rPr lang="en-US" altLang="ko-KR" sz="1200"/>
              <a:t>. </a:t>
            </a:r>
            <a:r>
              <a:rPr lang="ko-KR" altLang="en-US" sz="1200"/>
              <a:t>이때 </a:t>
            </a:r>
            <a:r>
              <a:rPr lang="en-US" altLang="ko-KR" sz="1200"/>
              <a:t>Json String </a:t>
            </a:r>
            <a:r>
              <a:rPr lang="ko-KR" altLang="en-US" sz="1200"/>
              <a:t>형태로 전달하기 위해</a:t>
            </a:r>
            <a:br>
              <a:rPr lang="en-US" altLang="ko-KR" sz="1200"/>
            </a:br>
            <a:r>
              <a:rPr lang="en-US" altLang="ko-KR" sz="1200"/>
              <a:t>   UserSigendUpEvent</a:t>
            </a:r>
            <a:r>
              <a:rPr lang="ko-KR" altLang="en-US" sz="1200"/>
              <a:t>를 </a:t>
            </a:r>
            <a:r>
              <a:rPr lang="en-US" altLang="ko-KR" sz="1200"/>
              <a:t>toJsonString </a:t>
            </a:r>
            <a:r>
              <a:rPr lang="ko-KR" altLang="en-US" sz="1200"/>
              <a:t>메서드를 통해 변환한다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931916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8B3EBA-0D42-A17C-3453-5299F930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EmailService </a:t>
            </a:r>
            <a:r>
              <a:rPr lang="ko-KR" altLang="en-US"/>
              <a:t>애플리케이션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0D80AE-3BD9-BDDD-0F0E-6C148B992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2002828"/>
            <a:ext cx="8772144" cy="407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24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94E89-FB90-7E2D-B07F-48B3BD13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EmailLog </a:t>
            </a:r>
            <a:r>
              <a:rPr lang="ko-KR" altLang="en-US"/>
              <a:t>엔티티 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0C224-3C7A-86A7-BC74-A431F32007C2}"/>
              </a:ext>
            </a:extLst>
          </p:cNvPr>
          <p:cNvSpPr txBox="1"/>
          <p:nvPr/>
        </p:nvSpPr>
        <p:spPr>
          <a:xfrm>
            <a:off x="916686" y="1917870"/>
            <a:ext cx="4469130" cy="40269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Entity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"email_logs"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EmailLog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GeneratedValue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GenerationType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IDENTITY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receiverUserId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receiverEmail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EmailLog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EmailLog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receiverUserId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receiverEmail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receiverUserId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receiverUserId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receiverEmail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receiverEmail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777AFD-402B-55F2-C205-DBB24DA16142}"/>
              </a:ext>
            </a:extLst>
          </p:cNvPr>
          <p:cNvSpPr txBox="1"/>
          <p:nvPr/>
        </p:nvSpPr>
        <p:spPr>
          <a:xfrm>
            <a:off x="5525262" y="1917870"/>
            <a:ext cx="3545586" cy="24407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getReceiverUserId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receiverUserId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getReceiverEmail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receiverEmail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6008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65AF3-EB7B-F993-7AD2-90D16F8C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UserSendUpEvent </a:t>
            </a:r>
            <a:r>
              <a:rPr lang="ko-KR" altLang="en-US" sz="4000"/>
              <a:t>작성</a:t>
            </a:r>
            <a:r>
              <a:rPr lang="en-US" altLang="ko-KR" sz="4000"/>
              <a:t>(Json Parsing</a:t>
            </a:r>
            <a:r>
              <a:rPr lang="ko-KR" altLang="en-US" sz="4000"/>
              <a:t>객체</a:t>
            </a:r>
            <a:r>
              <a:rPr lang="en-US" altLang="ko-KR" sz="4000"/>
              <a:t>)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5CC3F6-4509-00F2-FE91-B3E61D305600}"/>
              </a:ext>
            </a:extLst>
          </p:cNvPr>
          <p:cNvSpPr txBox="1"/>
          <p:nvPr/>
        </p:nvSpPr>
        <p:spPr>
          <a:xfrm>
            <a:off x="1097280" y="1896921"/>
            <a:ext cx="2978658" cy="33384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BB4D4-93C1-CEFD-A50E-9B76C0F73D1C}"/>
              </a:ext>
            </a:extLst>
          </p:cNvPr>
          <p:cNvSpPr txBox="1"/>
          <p:nvPr/>
        </p:nvSpPr>
        <p:spPr>
          <a:xfrm>
            <a:off x="4306824" y="1896921"/>
            <a:ext cx="6094476" cy="457214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fromJson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readValue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JacksonException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"Json </a:t>
            </a:r>
            <a:r>
              <a:rPr lang="ko-KR" altLang="en-US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파싱 실패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4990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91DD5-2B03-AB17-5E38-5B3F578F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EmailLog </a:t>
            </a:r>
            <a:r>
              <a:rPr lang="ko-KR" altLang="en-US"/>
              <a:t>저장 </a:t>
            </a:r>
            <a:r>
              <a:rPr lang="en-US" altLang="ko-KR"/>
              <a:t>EmailLogRepository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40DB2-2152-5E7C-EED3-911D0DE55699}"/>
              </a:ext>
            </a:extLst>
          </p:cNvPr>
          <p:cNvSpPr txBox="1"/>
          <p:nvPr/>
        </p:nvSpPr>
        <p:spPr>
          <a:xfrm>
            <a:off x="1181862" y="2006547"/>
            <a:ext cx="6094476" cy="4394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EmailLogRepository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JpaRepository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EmailLog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3732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87922-0382-1D41-F50B-7E2CC9FE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Kafka</a:t>
            </a:r>
            <a:r>
              <a:rPr lang="ko-KR" altLang="en-US" sz="3200"/>
              <a:t> 메세지 처리</a:t>
            </a:r>
            <a:r>
              <a:rPr lang="en-US" altLang="ko-KR" sz="3200"/>
              <a:t>(UserSignedUpEventConsumer) </a:t>
            </a:r>
            <a:r>
              <a:rPr lang="ko-KR" altLang="en-US" sz="3200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1AFB6-BB4F-141D-4C78-00A89D0FE4A1}"/>
              </a:ext>
            </a:extLst>
          </p:cNvPr>
          <p:cNvSpPr txBox="1"/>
          <p:nvPr/>
        </p:nvSpPr>
        <p:spPr>
          <a:xfrm>
            <a:off x="448056" y="1737360"/>
            <a:ext cx="5145786" cy="115435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Service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UserSignedUpEventConsumer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EmailLogRepository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emailLogRepository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UserSignedUpEventConsumer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EmailLogRepository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emailLogRepository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emailLogRepository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emailLogRepository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5AAF5-450B-5118-0A18-C1CF7BCCAFF3}"/>
              </a:ext>
            </a:extLst>
          </p:cNvPr>
          <p:cNvSpPr txBox="1"/>
          <p:nvPr/>
        </p:nvSpPr>
        <p:spPr>
          <a:xfrm>
            <a:off x="5833872" y="1737360"/>
            <a:ext cx="6094476" cy="51041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KafkaListener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topics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"user.signed-up"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"email-service"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concurrency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"3"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RetryableTopic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attempts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"3"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backOff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BackOff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multiplier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dltTopicSuffix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".dlt"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consume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InterruptedException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fromJson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실제 이메일 발송 로직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receiverEmail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님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회원가입을 축하합니다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이메일 발송 완료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이메일 발송 로그 저장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EmailLog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emailLog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EmailLog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receiverEmail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emailLogRepository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emailLog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0256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1F231-1D17-FCE5-2AE0-88B357F8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Kafka </a:t>
            </a:r>
            <a:r>
              <a:rPr lang="ko-KR" altLang="en-US" sz="2800"/>
              <a:t>메세지 장애 대비</a:t>
            </a:r>
            <a:r>
              <a:rPr lang="en-US" altLang="ko-KR" sz="2800"/>
              <a:t>(UserSignedUpEventDltConsumer) </a:t>
            </a:r>
            <a:r>
              <a:rPr lang="ko-KR" altLang="en-US" sz="2800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729F5-1BEF-910B-B145-1E2A39C8C54C}"/>
              </a:ext>
            </a:extLst>
          </p:cNvPr>
          <p:cNvSpPr txBox="1"/>
          <p:nvPr/>
        </p:nvSpPr>
        <p:spPr>
          <a:xfrm>
            <a:off x="1097280" y="1905178"/>
            <a:ext cx="4313682" cy="22612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Service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UserSignedUpEventDltConsumer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KafkaListener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topics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"user.signed-up.dlt"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"email-service"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consume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실제 로직은 생략</a:t>
            </a: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로그 시스템 발송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"Slack </a:t>
            </a:r>
            <a:r>
              <a:rPr lang="ko-KR" altLang="en-US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알림 메시지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0649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1FF02-A49C-B407-F5B2-5112F1A4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 Kafka </a:t>
            </a:r>
            <a:r>
              <a:rPr lang="ko-KR" altLang="en-US"/>
              <a:t>서버 셋팅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BCFE7-058A-1D56-887F-143DD227CC71}"/>
              </a:ext>
            </a:extLst>
          </p:cNvPr>
          <p:cNvSpPr txBox="1"/>
          <p:nvPr/>
        </p:nvSpPr>
        <p:spPr>
          <a:xfrm>
            <a:off x="1161288" y="1856232"/>
            <a:ext cx="10168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1. kafka-topic </a:t>
            </a:r>
            <a:r>
              <a:rPr lang="ko-KR" altLang="en-US" sz="1400"/>
              <a:t>추가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5D1B2B-AEF1-369B-B2ED-77B9EBFE1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282881"/>
            <a:ext cx="5706271" cy="390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2BC235-8F10-D2A7-05EE-AA2DF732E20F}"/>
              </a:ext>
            </a:extLst>
          </p:cNvPr>
          <p:cNvSpPr txBox="1"/>
          <p:nvPr/>
        </p:nvSpPr>
        <p:spPr>
          <a:xfrm>
            <a:off x="6958584" y="2282881"/>
            <a:ext cx="389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producer:</a:t>
            </a:r>
            <a:r>
              <a:rPr lang="ko-KR" altLang="en-US"/>
              <a:t> </a:t>
            </a:r>
            <a:r>
              <a:rPr lang="en-US" altLang="ko-KR"/>
              <a:t>UserService.java signUp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92203EE-818B-EFDC-21D0-6BC991F88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792333"/>
            <a:ext cx="2631778" cy="2983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D84FF8-8711-16A4-64FE-7E96061ABEC3}"/>
              </a:ext>
            </a:extLst>
          </p:cNvPr>
          <p:cNvSpPr txBox="1"/>
          <p:nvPr/>
        </p:nvSpPr>
        <p:spPr>
          <a:xfrm>
            <a:off x="3908890" y="2756836"/>
            <a:ext cx="4805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user.signed-up</a:t>
            </a:r>
            <a:r>
              <a:rPr lang="ko-KR" altLang="en-US"/>
              <a:t> 메세지 처리 실패시 저장 </a:t>
            </a:r>
            <a:r>
              <a:rPr lang="en-US" altLang="ko-KR"/>
              <a:t>dlt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01CB0D-1A5F-3AC4-8A1B-F808DB54C76E}"/>
              </a:ext>
            </a:extLst>
          </p:cNvPr>
          <p:cNvSpPr txBox="1"/>
          <p:nvPr/>
        </p:nvSpPr>
        <p:spPr>
          <a:xfrm>
            <a:off x="1161288" y="3236976"/>
            <a:ext cx="1049731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~ Kafka</a:t>
            </a:r>
            <a:r>
              <a:rPr lang="ko-KR" altLang="en-US" sz="1100"/>
              <a:t>폴더</a:t>
            </a:r>
            <a:r>
              <a:rPr lang="en-US" altLang="ko-KR" sz="1100"/>
              <a:t> &gt; bin/kafka-topics.sh</a:t>
            </a:r>
            <a:r>
              <a:rPr lang="ko-KR" altLang="en-US" sz="1100"/>
              <a:t> </a:t>
            </a:r>
            <a:r>
              <a:rPr lang="en-US" altLang="ko-KR" sz="1100"/>
              <a:t>--bootstrap-server</a:t>
            </a:r>
            <a:r>
              <a:rPr lang="ko-KR" altLang="en-US" sz="1100"/>
              <a:t> </a:t>
            </a:r>
            <a:r>
              <a:rPr lang="en-US" altLang="ko-KR" sz="1100"/>
              <a:t>localhost:9092 --create</a:t>
            </a:r>
            <a:r>
              <a:rPr lang="ko-KR" altLang="en-US" sz="1100"/>
              <a:t> </a:t>
            </a:r>
            <a:r>
              <a:rPr lang="en-US" altLang="ko-KR" sz="1100"/>
              <a:t>--topic user.signed-up --partitions 3 --replication-factor 3</a:t>
            </a:r>
          </a:p>
          <a:p>
            <a:r>
              <a:rPr lang="en-US" altLang="ko-KR" sz="1100"/>
              <a:t>~Kafka</a:t>
            </a:r>
            <a:r>
              <a:rPr lang="ko-KR" altLang="en-US" sz="1100"/>
              <a:t>폴더 </a:t>
            </a:r>
            <a:r>
              <a:rPr lang="en-US" altLang="ko-KR" sz="1100"/>
              <a:t>&gt; bin/kafka-topics.sh --bootstrap-server localhost:9092 --create --topic user.signed-up.dlt --partitions 1 --replication-factor 3</a:t>
            </a:r>
          </a:p>
          <a:p>
            <a:endParaRPr lang="en-US" altLang="ko-KR" sz="110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altLang="ko-KR" sz="1100"/>
              <a:t>topic</a:t>
            </a:r>
            <a:r>
              <a:rPr lang="ko-KR" altLang="en-US" sz="1100"/>
              <a:t> 생성 확인</a:t>
            </a:r>
            <a:endParaRPr lang="en-US" altLang="ko-KR" sz="1100"/>
          </a:p>
          <a:p>
            <a:r>
              <a:rPr lang="en-US" altLang="ko-KR" sz="1100"/>
              <a:t>~Kafka</a:t>
            </a:r>
            <a:r>
              <a:rPr lang="ko-KR" altLang="en-US" sz="1100"/>
              <a:t>폴더 </a:t>
            </a:r>
            <a:r>
              <a:rPr lang="en-US" altLang="ko-KR" sz="1100"/>
              <a:t>&gt; bin/kafka-topics.sh --bootstrap-server localhost:9092 --describe --topic user.signed-up</a:t>
            </a:r>
          </a:p>
          <a:p>
            <a:r>
              <a:rPr lang="en-US" altLang="ko-KR" sz="1100"/>
              <a:t>~Kafka</a:t>
            </a:r>
            <a:r>
              <a:rPr lang="ko-KR" altLang="en-US" sz="1100"/>
              <a:t>폴더 </a:t>
            </a:r>
            <a:r>
              <a:rPr lang="en-US" altLang="ko-KR" sz="1100"/>
              <a:t>&gt; bin/kafka-topics.sh --bootstrap-server localhost:9092 --describe --topic user.signed-up.dlt</a:t>
            </a:r>
          </a:p>
          <a:p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556031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3D865-1ADF-F28B-5693-1601BB978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</a:t>
            </a:r>
            <a:r>
              <a:rPr lang="ko-KR" altLang="en-US"/>
              <a:t> 회원가입 </a:t>
            </a:r>
            <a:r>
              <a:rPr lang="en-US" altLang="ko-KR"/>
              <a:t>-</a:t>
            </a:r>
            <a:r>
              <a:rPr lang="ko-KR" altLang="en-US"/>
              <a:t>이메일 발송 테스트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062068-66E6-F6F3-4DC4-9C13424B0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66" y="2023866"/>
            <a:ext cx="4267796" cy="28102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B58F8A7-3DD9-F34B-9C03-6E4209615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66" y="5386086"/>
            <a:ext cx="2905530" cy="1124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F79B929-CA23-5B1D-C805-236285BB3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66" y="4924346"/>
            <a:ext cx="2810267" cy="3715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A7075F7-F1E2-DFC6-4DAE-4A1162ED8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127" y="2023866"/>
            <a:ext cx="2960177" cy="17376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445055E-D826-7366-D030-38F84C0C6A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1018" y="2023866"/>
            <a:ext cx="2188962" cy="236361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D9E578-977B-6D46-76D5-99AB5A9179D4}"/>
              </a:ext>
            </a:extLst>
          </p:cNvPr>
          <p:cNvSpPr/>
          <p:nvPr/>
        </p:nvSpPr>
        <p:spPr>
          <a:xfrm>
            <a:off x="5568696" y="2514600"/>
            <a:ext cx="1133856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8081</a:t>
            </a:r>
            <a:r>
              <a:rPr lang="ko-KR" altLang="en-US"/>
              <a:t>포트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DF91A9-8BEC-3338-7F6B-FCACDA2DD0AF}"/>
              </a:ext>
            </a:extLst>
          </p:cNvPr>
          <p:cNvSpPr/>
          <p:nvPr/>
        </p:nvSpPr>
        <p:spPr>
          <a:xfrm>
            <a:off x="8875776" y="2602992"/>
            <a:ext cx="1133856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8080</a:t>
            </a:r>
            <a:r>
              <a:rPr lang="ko-KR" altLang="en-US"/>
              <a:t>포트</a:t>
            </a:r>
          </a:p>
        </p:txBody>
      </p:sp>
    </p:spTree>
    <p:extLst>
      <p:ext uri="{BB962C8B-B14F-4D97-AF65-F5344CB8AC3E}">
        <p14:creationId xmlns:p14="http://schemas.microsoft.com/office/powerpoint/2010/main" val="884906081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266</TotalTime>
  <Words>1493</Words>
  <Application>Microsoft Office PowerPoint</Application>
  <PresentationFormat>와이드스크린</PresentationFormat>
  <Paragraphs>292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Calibri</vt:lpstr>
      <vt:lpstr>Calibri Light</vt:lpstr>
      <vt:lpstr>Consolas</vt:lpstr>
      <vt:lpstr>Wingdings</vt:lpstr>
      <vt:lpstr>추억</vt:lpstr>
      <vt:lpstr>MSA 프로젝트에서 Kafka 도입하기</vt:lpstr>
      <vt:lpstr>실습 프로젝트 개요</vt:lpstr>
      <vt:lpstr>user-service 추가하기</vt:lpstr>
      <vt:lpstr>application.yml 작성</vt:lpstr>
      <vt:lpstr>h2-console 접속</vt:lpstr>
      <vt:lpstr>User Entity 작성</vt:lpstr>
      <vt:lpstr>SignedUpRequestDto 작성</vt:lpstr>
      <vt:lpstr>UserSignedUpEvent</vt:lpstr>
      <vt:lpstr>UserController 작성</vt:lpstr>
      <vt:lpstr>UserService 작성</vt:lpstr>
      <vt:lpstr>EmailService 애플리케이션 생성</vt:lpstr>
      <vt:lpstr>EmailLog 엔티티 작성</vt:lpstr>
      <vt:lpstr>UserSendUpEvent 작성(Json Parsing객체)</vt:lpstr>
      <vt:lpstr>EmailLog 저장 EmailLogRepository 작성</vt:lpstr>
      <vt:lpstr>Kafka 메세지 처리(UserSignedUpEventConsumer) 작성</vt:lpstr>
      <vt:lpstr>Kafka 메세지 장애 대비(UserSignedUpEventDltConsumer) 작성</vt:lpstr>
      <vt:lpstr>CLI Kafka 서버 셋팅</vt:lpstr>
      <vt:lpstr>kafka 회원가입 -이메일 발송 테스트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29</cp:revision>
  <dcterms:created xsi:type="dcterms:W3CDTF">2026-08-13T12:01:44Z</dcterms:created>
  <dcterms:modified xsi:type="dcterms:W3CDTF">2026-08-15T07:14:18Z</dcterms:modified>
</cp:coreProperties>
</file>